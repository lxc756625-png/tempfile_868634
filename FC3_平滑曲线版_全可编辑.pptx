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92608"/>
            <a:ext cx="10927080" cy="1444752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D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65960" y="521207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82F58"/>
                </a:solidFill>
                <a:latin typeface="Yu Gothic"/>
              </a:rPr>
              <a:t>学習外入力データ検知（OOD検知）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07899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82F58"/>
                </a:solidFill>
                <a:latin typeface="Cambria"/>
              </a:rPr>
              <a:t>g(x; D_train)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737360"/>
            <a:ext cx="0" cy="438912"/>
          </a:xfrm>
          <a:prstGeom prst="line">
            <a:avLst/>
          </a:prstGeom>
          <a:ln w="17780">
            <a:solidFill>
              <a:srgbClr val="082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2176272"/>
            <a:ext cx="10927080" cy="1572768"/>
          </a:xfrm>
          <a:prstGeom prst="roundRect">
            <a:avLst/>
          </a:prstGeom>
          <a:solidFill>
            <a:srgbClr val="EEF7FD"/>
          </a:solidFill>
          <a:ln w="19050">
            <a:solidFill>
              <a:srgbClr val="A1C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2578608"/>
            <a:ext cx="5715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082F58"/>
                </a:solidFill>
                <a:latin typeface="Yu Gothic"/>
              </a:rPr>
              <a:t>学習済み回帰モデル FC3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8366760" y="2432304"/>
            <a:ext cx="731520" cy="91440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66760" y="2523744"/>
            <a:ext cx="731520" cy="310896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66760" y="2523744"/>
            <a:ext cx="731520" cy="713232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66760" y="2523744"/>
            <a:ext cx="731520" cy="1078992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366760" y="2432304"/>
            <a:ext cx="731520" cy="557784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366760" y="2834640"/>
            <a:ext cx="731520" cy="155448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66760" y="2990088"/>
            <a:ext cx="731520" cy="246888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66760" y="2990088"/>
            <a:ext cx="731520" cy="612648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366760" y="2432304"/>
            <a:ext cx="731520" cy="1024128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366760" y="2834640"/>
            <a:ext cx="731520" cy="621792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66760" y="3236976"/>
            <a:ext cx="731520" cy="219456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66760" y="3456432"/>
            <a:ext cx="731520" cy="146304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98280" y="2432304"/>
            <a:ext cx="704088" cy="182880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98280" y="2432304"/>
            <a:ext cx="704088" cy="804672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98280" y="2615184"/>
            <a:ext cx="704088" cy="219456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98280" y="2834640"/>
            <a:ext cx="704088" cy="402336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098280" y="2615184"/>
            <a:ext cx="704088" cy="621792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98280" y="3236976"/>
            <a:ext cx="704088" cy="0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098280" y="2615184"/>
            <a:ext cx="704088" cy="987552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098280" y="3236976"/>
            <a:ext cx="704088" cy="365760"/>
          </a:xfrm>
          <a:prstGeom prst="line">
            <a:avLst/>
          </a:prstGeom>
          <a:ln w="8890">
            <a:solidFill>
              <a:srgbClr val="739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270748" y="2427732"/>
            <a:ext cx="192024" cy="192024"/>
          </a:xfrm>
          <a:prstGeom prst="ellipse">
            <a:avLst/>
          </a:prstGeom>
          <a:solidFill>
            <a:srgbClr val="FFFFFF"/>
          </a:solidFill>
          <a:ln>
            <a:solidFill>
              <a:srgbClr val="55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70748" y="2894076"/>
            <a:ext cx="192024" cy="192024"/>
          </a:xfrm>
          <a:prstGeom prst="ellipse">
            <a:avLst/>
          </a:prstGeom>
          <a:solidFill>
            <a:srgbClr val="FFFFFF"/>
          </a:solidFill>
          <a:ln>
            <a:solidFill>
              <a:srgbClr val="55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70748" y="3360420"/>
            <a:ext cx="192024" cy="192024"/>
          </a:xfrm>
          <a:prstGeom prst="ellipse">
            <a:avLst/>
          </a:prstGeom>
          <a:solidFill>
            <a:srgbClr val="FFFFFF"/>
          </a:solidFill>
          <a:ln>
            <a:solidFill>
              <a:srgbClr val="55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02267" y="2336292"/>
            <a:ext cx="192024" cy="192024"/>
          </a:xfrm>
          <a:prstGeom prst="ellipse">
            <a:avLst/>
          </a:prstGeom>
          <a:solidFill>
            <a:srgbClr val="FFFFFF"/>
          </a:solidFill>
          <a:ln>
            <a:solidFill>
              <a:srgbClr val="55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02267" y="2738628"/>
            <a:ext cx="192024" cy="192024"/>
          </a:xfrm>
          <a:prstGeom prst="ellipse">
            <a:avLst/>
          </a:prstGeom>
          <a:solidFill>
            <a:srgbClr val="FFFFFF"/>
          </a:solidFill>
          <a:ln>
            <a:solidFill>
              <a:srgbClr val="55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02267" y="3140964"/>
            <a:ext cx="192024" cy="192024"/>
          </a:xfrm>
          <a:prstGeom prst="ellipse">
            <a:avLst/>
          </a:prstGeom>
          <a:solidFill>
            <a:srgbClr val="FFFFFF"/>
          </a:solidFill>
          <a:ln>
            <a:solidFill>
              <a:srgbClr val="55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02267" y="3506724"/>
            <a:ext cx="192024" cy="192024"/>
          </a:xfrm>
          <a:prstGeom prst="ellipse">
            <a:avLst/>
          </a:prstGeom>
          <a:solidFill>
            <a:srgbClr val="FFFFFF"/>
          </a:solidFill>
          <a:ln>
            <a:solidFill>
              <a:srgbClr val="55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06356" y="2519172"/>
            <a:ext cx="192024" cy="192024"/>
          </a:xfrm>
          <a:prstGeom prst="ellipse">
            <a:avLst/>
          </a:prstGeom>
          <a:solidFill>
            <a:srgbClr val="FFFFFF"/>
          </a:solidFill>
          <a:ln>
            <a:solidFill>
              <a:srgbClr val="55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06356" y="3140964"/>
            <a:ext cx="192024" cy="192024"/>
          </a:xfrm>
          <a:prstGeom prst="ellipse">
            <a:avLst/>
          </a:prstGeom>
          <a:solidFill>
            <a:srgbClr val="FFFFFF"/>
          </a:solidFill>
          <a:ln>
            <a:solidFill>
              <a:srgbClr val="55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099048" y="3749039"/>
            <a:ext cx="0" cy="411481"/>
          </a:xfrm>
          <a:prstGeom prst="line">
            <a:avLst/>
          </a:prstGeom>
          <a:ln w="17780">
            <a:solidFill>
              <a:srgbClr val="082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02920" y="4160520"/>
            <a:ext cx="11201400" cy="22677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1C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9834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82F58"/>
                </a:solidFill>
                <a:latin typeface="Yu Gothic"/>
              </a:rPr>
              <a:t>時刻 t + x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14600" y="5925312"/>
            <a:ext cx="8321040" cy="0"/>
          </a:xfrm>
          <a:prstGeom prst="line">
            <a:avLst/>
          </a:prstGeom>
          <a:ln w="15875">
            <a:solidFill>
              <a:srgbClr val="082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514600" y="4535424"/>
            <a:ext cx="0" cy="1389888"/>
          </a:xfrm>
          <a:prstGeom prst="line">
            <a:avLst/>
          </a:prstGeom>
          <a:ln w="15875">
            <a:solidFill>
              <a:srgbClr val="082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89320" y="594360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82F58"/>
                </a:solidFill>
                <a:latin typeface="Yu Gothic"/>
              </a:rPr>
              <a:t>時間 t + x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36608" y="4453128"/>
            <a:ext cx="457200" cy="0"/>
          </a:xfrm>
          <a:prstGeom prst="line">
            <a:avLst/>
          </a:prstGeom>
          <a:ln w="2540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985248" y="432511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82F58"/>
                </a:solidFill>
                <a:latin typeface="Yu Gothic"/>
              </a:rPr>
              <a:t>予測値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436608" y="4736592"/>
            <a:ext cx="457200" cy="0"/>
          </a:xfrm>
          <a:prstGeom prst="line">
            <a:avLst/>
          </a:prstGeom>
          <a:ln w="2540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985248" y="4608576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2F58"/>
                </a:solidFill>
                <a:latin typeface="Yu Gothic"/>
              </a:rPr>
              <a:t>実測値（真値）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2514600" y="5200765"/>
            <a:ext cx="17927" cy="363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532527" y="5195790"/>
            <a:ext cx="21224" cy="497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553751" y="5189679"/>
            <a:ext cx="24219" cy="611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577970" y="5182635"/>
            <a:ext cx="26917" cy="704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604887" y="5174862"/>
            <a:ext cx="29313" cy="777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634200" y="5166563"/>
            <a:ext cx="31411" cy="829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665611" y="5157942"/>
            <a:ext cx="33209" cy="862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698820" y="5149203"/>
            <a:ext cx="34706" cy="873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733526" y="5140551"/>
            <a:ext cx="35905" cy="865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769431" y="5132187"/>
            <a:ext cx="36804" cy="836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806235" y="5124317"/>
            <a:ext cx="37404" cy="787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843639" y="5117144"/>
            <a:ext cx="37703" cy="717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881342" y="5110872"/>
            <a:ext cx="37703" cy="627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919045" y="5105705"/>
            <a:ext cx="37403" cy="516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56448" y="5101846"/>
            <a:ext cx="36804" cy="385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993252" y="5099499"/>
            <a:ext cx="35905" cy="234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029157" y="5098868"/>
            <a:ext cx="34707" cy="63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063864" y="5098868"/>
            <a:ext cx="33208" cy="128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097072" y="5100157"/>
            <a:ext cx="31632" cy="389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128704" y="5104048"/>
            <a:ext cx="30348" cy="677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159052" y="5110824"/>
            <a:ext cx="29321" cy="926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188373" y="5120088"/>
            <a:ext cx="28550" cy="1135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216923" y="5131444"/>
            <a:ext cx="28036" cy="1305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244959" y="5144494"/>
            <a:ext cx="27780" cy="1434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272739" y="5158841"/>
            <a:ext cx="27779" cy="1524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300518" y="5174089"/>
            <a:ext cx="28037" cy="1575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328555" y="5189842"/>
            <a:ext cx="28550" cy="1586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357105" y="5205702"/>
            <a:ext cx="29320" cy="1557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386425" y="5221272"/>
            <a:ext cx="30348" cy="1488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416773" y="5236155"/>
            <a:ext cx="31632" cy="1380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448405" y="5249956"/>
            <a:ext cx="33173" cy="1232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481578" y="5262277"/>
            <a:ext cx="34971" cy="1044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516549" y="5272720"/>
            <a:ext cx="37025" cy="817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553574" y="5280891"/>
            <a:ext cx="39336" cy="549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592910" y="5286390"/>
            <a:ext cx="41905" cy="243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634815" y="5287792"/>
            <a:ext cx="44730" cy="103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679545" y="5282591"/>
            <a:ext cx="48211" cy="520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727756" y="5273149"/>
            <a:ext cx="51893" cy="944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779649" y="5260018"/>
            <a:ext cx="55145" cy="1313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834794" y="5243750"/>
            <a:ext cx="57971" cy="1626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892765" y="5224897"/>
            <a:ext cx="60367" cy="1885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953132" y="5204012"/>
            <a:ext cx="62337" cy="2088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015469" y="5181648"/>
            <a:ext cx="63877" cy="2236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079346" y="5158355"/>
            <a:ext cx="64990" cy="2329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144336" y="5134687"/>
            <a:ext cx="65675" cy="2366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210011" y="5111196"/>
            <a:ext cx="65932" cy="2349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275943" y="5088434"/>
            <a:ext cx="65761" cy="2276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341704" y="5066954"/>
            <a:ext cx="65162" cy="2148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406866" y="5047308"/>
            <a:ext cx="64134" cy="1964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471000" y="5030048"/>
            <a:ext cx="62679" cy="1726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533679" y="5015726"/>
            <a:ext cx="60795" cy="1432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594474" y="5004895"/>
            <a:ext cx="58484" cy="1083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652958" y="4998108"/>
            <a:ext cx="55745" cy="678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708703" y="4995915"/>
            <a:ext cx="52577" cy="219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761280" y="4995915"/>
            <a:ext cx="49610" cy="284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810890" y="4998763"/>
            <a:ext cx="47298" cy="757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858188" y="5006340"/>
            <a:ext cx="45243" cy="1172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903431" y="5018067"/>
            <a:ext cx="43446" cy="1529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946877" y="5033365"/>
            <a:ext cx="41905" cy="1829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988782" y="5051656"/>
            <a:ext cx="40621" cy="2070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029403" y="5072359"/>
            <a:ext cx="39593" cy="2253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068996" y="5094897"/>
            <a:ext cx="38823" cy="2379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107819" y="5118689"/>
            <a:ext cx="38309" cy="2446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146128" y="5143157"/>
            <a:ext cx="38053" cy="2456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184181" y="5167721"/>
            <a:ext cx="38052" cy="2408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222233" y="5191803"/>
            <a:ext cx="38310" cy="2302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260543" y="5214823"/>
            <a:ext cx="38823" cy="2137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299366" y="5236202"/>
            <a:ext cx="39593" cy="1915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338959" y="5255361"/>
            <a:ext cx="40621" cy="1636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5379580" y="5271721"/>
            <a:ext cx="41905" cy="1298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421485" y="5284703"/>
            <a:ext cx="43445" cy="902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464930" y="5293728"/>
            <a:ext cx="45244" cy="448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510174" y="5298216"/>
            <a:ext cx="47212" cy="8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5557386" y="5294756"/>
            <a:ext cx="49011" cy="354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5606397" y="5287985"/>
            <a:ext cx="50551" cy="677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656948" y="5278383"/>
            <a:ext cx="51835" cy="960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708783" y="5266347"/>
            <a:ext cx="52863" cy="1203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5761646" y="5252272"/>
            <a:ext cx="53633" cy="1407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5815279" y="5236558"/>
            <a:ext cx="54146" cy="1571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5869425" y="5219599"/>
            <a:ext cx="54404" cy="1695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5923829" y="5201793"/>
            <a:ext cx="54403" cy="1780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5978232" y="5183536"/>
            <a:ext cx="54147" cy="1825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6032379" y="5165226"/>
            <a:ext cx="53633" cy="1831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086012" y="5147259"/>
            <a:ext cx="52863" cy="1796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6138875" y="5130032"/>
            <a:ext cx="51835" cy="1722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190710" y="5113941"/>
            <a:ext cx="50551" cy="1609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6241261" y="5099385"/>
            <a:ext cx="49010" cy="1455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290271" y="5086759"/>
            <a:ext cx="47213" cy="1262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6337484" y="5076459"/>
            <a:ext cx="45158" cy="1030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382642" y="5068884"/>
            <a:ext cx="42846" cy="757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6425488" y="5063812"/>
            <a:ext cx="40728" cy="507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466216" y="5060605"/>
            <a:ext cx="39058" cy="320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6505274" y="5059039"/>
            <a:ext cx="37518" cy="156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542792" y="5058889"/>
            <a:ext cx="36105" cy="15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578897" y="5058889"/>
            <a:ext cx="34821" cy="104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6613718" y="5059930"/>
            <a:ext cx="33665" cy="200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47383" y="5061935"/>
            <a:ext cx="32638" cy="274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680021" y="5064680"/>
            <a:ext cx="31738" cy="326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6711759" y="5067941"/>
            <a:ext cx="30969" cy="355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6742728" y="5071491"/>
            <a:ext cx="30326" cy="361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6773054" y="5075105"/>
            <a:ext cx="29813" cy="345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6802867" y="5078558"/>
            <a:ext cx="29428" cy="306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832295" y="5081625"/>
            <a:ext cx="29170" cy="245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861465" y="5084081"/>
            <a:ext cx="29043" cy="161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6890508" y="5085700"/>
            <a:ext cx="29042" cy="55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919550" y="5085529"/>
            <a:ext cx="29171" cy="72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6948721" y="5083287"/>
            <a:ext cx="29427" cy="224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978148" y="5079309"/>
            <a:ext cx="29813" cy="397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7007961" y="5072987"/>
            <a:ext cx="29192" cy="632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7037153" y="5064123"/>
            <a:ext cx="27651" cy="886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7064804" y="5053103"/>
            <a:ext cx="26368" cy="1102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7091172" y="5040315"/>
            <a:ext cx="25339" cy="1278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7116511" y="5026142"/>
            <a:ext cx="24570" cy="1417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141081" y="5010972"/>
            <a:ext cx="24055" cy="1517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7165136" y="4995191"/>
            <a:ext cx="23799" cy="1578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7188935" y="4979185"/>
            <a:ext cx="23799" cy="1600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212734" y="4963340"/>
            <a:ext cx="24056" cy="1584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7236790" y="4948041"/>
            <a:ext cx="24569" cy="1529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7261359" y="4933676"/>
            <a:ext cx="25340" cy="1436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7286699" y="4920630"/>
            <a:ext cx="26367" cy="1304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7313066" y="4909289"/>
            <a:ext cx="27651" cy="1134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7340717" y="4900039"/>
            <a:ext cx="29192" cy="925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7369909" y="4893266"/>
            <a:ext cx="30990" cy="677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7400899" y="4889357"/>
            <a:ext cx="33045" cy="390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7433944" y="4888698"/>
            <a:ext cx="35355" cy="65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469299" y="4888698"/>
            <a:ext cx="37925" cy="297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7507224" y="4891674"/>
            <a:ext cx="40663" cy="738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7547887" y="4899059"/>
            <a:ext cx="43232" cy="1193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591119" y="4910992"/>
            <a:ext cx="45543" cy="1591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636662" y="4926904"/>
            <a:ext cx="47598" cy="1932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684260" y="4946225"/>
            <a:ext cx="49395" cy="2216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733655" y="4968389"/>
            <a:ext cx="50937" cy="2443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7784592" y="4992827"/>
            <a:ext cx="52220" cy="2614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836812" y="5018969"/>
            <a:ext cx="53248" cy="2728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7890060" y="5046249"/>
            <a:ext cx="54018" cy="2784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944078" y="5074097"/>
            <a:ext cx="54532" cy="2784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998610" y="5101944"/>
            <a:ext cx="54789" cy="2728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8053399" y="5129224"/>
            <a:ext cx="54788" cy="2614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8108187" y="5155366"/>
            <a:ext cx="54532" cy="2443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8162719" y="5179804"/>
            <a:ext cx="54019" cy="2216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8216738" y="5201968"/>
            <a:ext cx="53247" cy="1932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269985" y="5221290"/>
            <a:ext cx="52221" cy="1591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8322206" y="5237201"/>
            <a:ext cx="50936" cy="1193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8373142" y="5249134"/>
            <a:ext cx="49396" cy="738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8422538" y="5256519"/>
            <a:ext cx="48411" cy="267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470949" y="5257692"/>
            <a:ext cx="48154" cy="150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19103" y="5252514"/>
            <a:ext cx="47897" cy="517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567000" y="5244150"/>
            <a:ext cx="47641" cy="836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14641" y="5233095"/>
            <a:ext cx="47384" cy="1105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2025" y="5219842"/>
            <a:ext cx="47127" cy="1325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709152" y="5204883"/>
            <a:ext cx="46870" cy="1495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756022" y="5188712"/>
            <a:ext cx="46613" cy="1617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802635" y="5171823"/>
            <a:ext cx="46356" cy="1688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848991" y="5154709"/>
            <a:ext cx="46100" cy="1711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895091" y="5137862"/>
            <a:ext cx="45843" cy="1684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940934" y="5121777"/>
            <a:ext cx="45586" cy="1608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986520" y="5106947"/>
            <a:ext cx="45329" cy="1483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9031849" y="5093865"/>
            <a:ext cx="45072" cy="1308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76921" y="5083025"/>
            <a:ext cx="44815" cy="1084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21736" y="5074919"/>
            <a:ext cx="44559" cy="810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166295" y="5070041"/>
            <a:ext cx="44302" cy="487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9210597" y="5068884"/>
            <a:ext cx="44045" cy="115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254642" y="5068884"/>
            <a:ext cx="43546" cy="254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298188" y="5071429"/>
            <a:ext cx="42860" cy="564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341048" y="5077078"/>
            <a:ext cx="42262" cy="838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383310" y="5085462"/>
            <a:ext cx="41748" cy="1074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425058" y="5096210"/>
            <a:ext cx="41320" cy="1274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66378" y="5108954"/>
            <a:ext cx="40977" cy="1436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7355" y="5123322"/>
            <a:ext cx="40721" cy="1562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48076" y="5138945"/>
            <a:ext cx="40549" cy="1650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588625" y="5155452"/>
            <a:ext cx="40464" cy="1702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629089" y="5172475"/>
            <a:ext cx="40463" cy="1716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669552" y="5189642"/>
            <a:ext cx="40550" cy="1694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9710102" y="5206584"/>
            <a:ext cx="40720" cy="1634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9750822" y="5222930"/>
            <a:ext cx="40978" cy="15382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9791800" y="5238312"/>
            <a:ext cx="41320" cy="1404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9833120" y="5252358"/>
            <a:ext cx="41748" cy="1234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9874868" y="5264699"/>
            <a:ext cx="42261" cy="1026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9917129" y="5274965"/>
            <a:ext cx="42861" cy="782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9959990" y="5282786"/>
            <a:ext cx="43546" cy="5006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0003536" y="5287792"/>
            <a:ext cx="45379" cy="239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0048915" y="5290191"/>
            <a:ext cx="47990" cy="38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0096905" y="5289167"/>
            <a:ext cx="50130" cy="1413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0147035" y="5286162"/>
            <a:ext cx="51800" cy="300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0198835" y="5281773"/>
            <a:ext cx="52998" cy="4389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0251833" y="5276209"/>
            <a:ext cx="53725" cy="556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0305558" y="5269681"/>
            <a:ext cx="53983" cy="652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10359541" y="5262396"/>
            <a:ext cx="53769" cy="728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10413310" y="5254565"/>
            <a:ext cx="53083" cy="783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10466393" y="5246395"/>
            <a:ext cx="51928" cy="817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518321" y="5238097"/>
            <a:ext cx="50302" cy="829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568623" y="5229880"/>
            <a:ext cx="48204" cy="8217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616827" y="5221952"/>
            <a:ext cx="45636" cy="792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662463" y="5214522"/>
            <a:ext cx="42597" cy="7430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705060" y="5207801"/>
            <a:ext cx="39087" cy="6721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744147" y="5201996"/>
            <a:ext cx="35106" cy="5805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779253" y="5197318"/>
            <a:ext cx="30654" cy="4678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10809907" y="5193974"/>
            <a:ext cx="25733" cy="3344"/>
          </a:xfrm>
          <a:prstGeom prst="line">
            <a:avLst/>
          </a:prstGeom>
          <a:ln w="22860">
            <a:solidFill>
              <a:srgbClr val="16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2514600" y="5533039"/>
            <a:ext cx="23292" cy="493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2537892" y="5526504"/>
            <a:ext cx="27958" cy="653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2565850" y="5518595"/>
            <a:ext cx="32153" cy="790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2598003" y="5509545"/>
            <a:ext cx="35876" cy="905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2633879" y="5499583"/>
            <a:ext cx="39130" cy="996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2673009" y="5488940"/>
            <a:ext cx="41912" cy="1064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2714921" y="5477846"/>
            <a:ext cx="44223" cy="1109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2759144" y="5466533"/>
            <a:ext cx="46064" cy="1131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2805208" y="5455230"/>
            <a:ext cx="47434" cy="1130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2852642" y="5444169"/>
            <a:ext cx="48332" cy="1106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2900974" y="5433579"/>
            <a:ext cx="48761" cy="1059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2949735" y="5423692"/>
            <a:ext cx="48718" cy="988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2998453" y="5414738"/>
            <a:ext cx="48204" cy="895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3046657" y="5406948"/>
            <a:ext cx="47219" cy="779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3093876" y="5400551"/>
            <a:ext cx="45765" cy="639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3139641" y="5395780"/>
            <a:ext cx="43838" cy="477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3183479" y="5392864"/>
            <a:ext cx="41441" cy="291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3224920" y="5392033"/>
            <a:ext cx="38573" cy="83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3263493" y="5392033"/>
            <a:ext cx="35998" cy="183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3299491" y="5393868"/>
            <a:ext cx="34200" cy="467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3333691" y="5398540"/>
            <a:ext cx="32659" cy="712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3366350" y="5405667"/>
            <a:ext cx="31376" cy="920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3397726" y="5414869"/>
            <a:ext cx="30347" cy="1089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3428073" y="5425766"/>
            <a:ext cx="29578" cy="1221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3457651" y="5437977"/>
            <a:ext cx="29063" cy="1314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3486714" y="5451121"/>
            <a:ext cx="28807" cy="1369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3515521" y="5464817"/>
            <a:ext cx="28807" cy="1386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3544328" y="5478684"/>
            <a:ext cx="29064" cy="1365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3573392" y="5492343"/>
            <a:ext cx="29577" cy="1306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3602969" y="5505411"/>
            <a:ext cx="30348" cy="1209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3633317" y="5517509"/>
            <a:ext cx="31375" cy="1074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3664692" y="5528256"/>
            <a:ext cx="32659" cy="901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3697351" y="5537271"/>
            <a:ext cx="34201" cy="690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3731552" y="5544173"/>
            <a:ext cx="35998" cy="440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3767550" y="5548582"/>
            <a:ext cx="38052" cy="153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3805602" y="5548396"/>
            <a:ext cx="40364" cy="172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3845966" y="5542833"/>
            <a:ext cx="43089" cy="556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3889055" y="5533424"/>
            <a:ext cx="45828" cy="940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3934883" y="5520670"/>
            <a:ext cx="48226" cy="1275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3983109" y="5505069"/>
            <a:ext cx="50280" cy="1560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4033389" y="5487119"/>
            <a:ext cx="51992" cy="1795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4085381" y="5467319"/>
            <a:ext cx="53362" cy="1980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4138743" y="5446168"/>
            <a:ext cx="54389" cy="2115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4193132" y="5424164"/>
            <a:ext cx="55075" cy="2200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4248207" y="5401806"/>
            <a:ext cx="55416" cy="2235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4303623" y="5379593"/>
            <a:ext cx="55417" cy="2221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4359040" y="5358024"/>
            <a:ext cx="55074" cy="2156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4414114" y="5337596"/>
            <a:ext cx="54389" cy="2042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468503" y="5318810"/>
            <a:ext cx="53362" cy="1878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4521865" y="5302163"/>
            <a:ext cx="51992" cy="1664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4573857" y="5288154"/>
            <a:ext cx="50280" cy="1400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4624137" y="5277282"/>
            <a:ext cx="48226" cy="1087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4672363" y="5270046"/>
            <a:ext cx="45828" cy="723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4718191" y="5266944"/>
            <a:ext cx="43089" cy="310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4761280" y="5266944"/>
            <a:ext cx="40122" cy="93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4801402" y="5267883"/>
            <a:ext cx="37382" cy="432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4838784" y="5272206"/>
            <a:ext cx="34984" cy="735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4873768" y="5279563"/>
            <a:ext cx="32931" cy="1004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4906699" y="5289608"/>
            <a:ext cx="31218" cy="1238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4937917" y="5301990"/>
            <a:ext cx="29848" cy="1437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4967765" y="5316362"/>
            <a:ext cx="28822" cy="1601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4996587" y="5332374"/>
            <a:ext cx="28136" cy="1730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5024723" y="5349679"/>
            <a:ext cx="27794" cy="1824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5052517" y="5367928"/>
            <a:ext cx="27794" cy="1884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5080311" y="5386771"/>
            <a:ext cx="28136" cy="1909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5108447" y="5405862"/>
            <a:ext cx="28821" cy="1898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5137268" y="5424850"/>
            <a:ext cx="29848" cy="1853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5167116" y="5443388"/>
            <a:ext cx="31219" cy="1773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5198335" y="5461127"/>
            <a:ext cx="32930" cy="1659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5231265" y="5477719"/>
            <a:ext cx="34985" cy="1509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5266250" y="5492815"/>
            <a:ext cx="37382" cy="1325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5303632" y="5506066"/>
            <a:ext cx="40121" cy="1105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5343753" y="5517123"/>
            <a:ext cx="42483" cy="1003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5386236" y="5527153"/>
            <a:ext cx="44152" cy="1030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5430388" y="5537457"/>
            <a:ext cx="45693" cy="1043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5476081" y="5547889"/>
            <a:ext cx="47105" cy="1041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5523186" y="5558305"/>
            <a:ext cx="48390" cy="1025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5571576" y="5568560"/>
            <a:ext cx="49545" cy="995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5621121" y="5578510"/>
            <a:ext cx="50573" cy="949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5671694" y="5588009"/>
            <a:ext cx="51471" cy="890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5723165" y="5596913"/>
            <a:ext cx="52242" cy="816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5775407" y="5605077"/>
            <a:ext cx="52884" cy="727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5828291" y="5612356"/>
            <a:ext cx="53398" cy="625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5881689" y="5618606"/>
            <a:ext cx="53783" cy="507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5935472" y="5623681"/>
            <a:ext cx="54039" cy="375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5989511" y="5627438"/>
            <a:ext cx="54168" cy="229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6043679" y="5629730"/>
            <a:ext cx="54168" cy="68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6097847" y="5629344"/>
            <a:ext cx="54040" cy="107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6151887" y="5626376"/>
            <a:ext cx="53783" cy="296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6205670" y="5621365"/>
            <a:ext cx="53398" cy="501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6259068" y="5613743"/>
            <a:ext cx="54139" cy="762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6313207" y="5603248"/>
            <a:ext cx="55895" cy="1049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6369102" y="5590189"/>
            <a:ext cx="57349" cy="1305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6426451" y="5574878"/>
            <a:ext cx="58506" cy="1531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6484957" y="5557626"/>
            <a:ext cx="59362" cy="1725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6544319" y="5538744"/>
            <a:ext cx="59918" cy="1888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6604237" y="5518543"/>
            <a:ext cx="60174" cy="2020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6664411" y="5497333"/>
            <a:ext cx="60133" cy="2121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6724544" y="5475427"/>
            <a:ext cx="59789" cy="2190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6784333" y="5453134"/>
            <a:ext cx="59148" cy="2229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6843481" y="5430767"/>
            <a:ext cx="58206" cy="2236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6901687" y="5408635"/>
            <a:ext cx="56964" cy="2213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6958651" y="5387050"/>
            <a:ext cx="55424" cy="2158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7014075" y="5366323"/>
            <a:ext cx="53583" cy="2072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7067658" y="5346766"/>
            <a:ext cx="51443" cy="1955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7119101" y="5328688"/>
            <a:ext cx="49003" cy="1807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7168104" y="5312401"/>
            <a:ext cx="46264" cy="1628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7214368" y="5298216"/>
            <a:ext cx="43224" cy="1418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7257592" y="5285079"/>
            <a:ext cx="39744" cy="1313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7297336" y="5271820"/>
            <a:ext cx="36276" cy="1325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7333612" y="5258570"/>
            <a:ext cx="33194" cy="1325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7366806" y="5245466"/>
            <a:ext cx="30498" cy="1310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7397304" y="5232640"/>
            <a:ext cx="28186" cy="1282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7425490" y="5220228"/>
            <a:ext cx="26260" cy="1241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7451750" y="5208362"/>
            <a:ext cx="24719" cy="1186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7476469" y="5197177"/>
            <a:ext cx="23563" cy="1118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7500032" y="5186808"/>
            <a:ext cx="22793" cy="1036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7522825" y="5177387"/>
            <a:ext cx="22408" cy="942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7545233" y="5169050"/>
            <a:ext cx="22408" cy="833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7567641" y="5161930"/>
            <a:ext cx="22793" cy="712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7590434" y="5156161"/>
            <a:ext cx="23563" cy="576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7613997" y="5151877"/>
            <a:ext cx="24719" cy="428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7638716" y="5149213"/>
            <a:ext cx="26261" cy="266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7664977" y="5148303"/>
            <a:ext cx="28186" cy="91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7693163" y="5148303"/>
            <a:ext cx="30497" cy="97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7723660" y="5149279"/>
            <a:ext cx="33195" cy="299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7756855" y="5152278"/>
            <a:ext cx="35056" cy="589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7791911" y="5158177"/>
            <a:ext cx="35827" cy="931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7827738" y="5167492"/>
            <a:ext cx="36597" cy="1231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7864335" y="5179810"/>
            <a:ext cx="37367" cy="1490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7901702" y="5194718"/>
            <a:ext cx="38139" cy="1708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7939841" y="5211803"/>
            <a:ext cx="38908" cy="1884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7978749" y="5230652"/>
            <a:ext cx="39679" cy="2020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8018428" y="5250852"/>
            <a:ext cx="40450" cy="2113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8058878" y="5271991"/>
            <a:ext cx="41220" cy="2166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8100098" y="5293655"/>
            <a:ext cx="41990" cy="2177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8142088" y="5315432"/>
            <a:ext cx="42761" cy="2147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8184849" y="5336909"/>
            <a:ext cx="43531" cy="2076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8228380" y="5357672"/>
            <a:ext cx="44302" cy="1963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8272682" y="5377310"/>
            <a:ext cx="45072" cy="1809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8317754" y="5395408"/>
            <a:ext cx="45843" cy="1614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8363597" y="5411555"/>
            <a:ext cx="46613" cy="1378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8410210" y="5425336"/>
            <a:ext cx="47384" cy="1100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8457594" y="5436341"/>
            <a:ext cx="48154" cy="781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8505748" y="5444154"/>
            <a:ext cx="49410" cy="456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8555158" y="5448715"/>
            <a:ext cx="51036" cy="174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8606194" y="5449728"/>
            <a:ext cx="52492" cy="73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8658686" y="5446857"/>
            <a:ext cx="53776" cy="287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8712462" y="5442184"/>
            <a:ext cx="54888" cy="467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8767350" y="5436047"/>
            <a:ext cx="55831" cy="613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8823181" y="5428783"/>
            <a:ext cx="56600" cy="726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8879781" y="5420732"/>
            <a:ext cx="57200" cy="805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8936981" y="5412230"/>
            <a:ext cx="57628" cy="850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8994609" y="5403616"/>
            <a:ext cx="57885" cy="861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9052494" y="5395227"/>
            <a:ext cx="57971" cy="838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9110465" y="5387400"/>
            <a:ext cx="57885" cy="782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9168350" y="5380475"/>
            <a:ext cx="57628" cy="692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9225978" y="5374789"/>
            <a:ext cx="57200" cy="568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9283178" y="5370678"/>
            <a:ext cx="56600" cy="411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9339778" y="5368483"/>
            <a:ext cx="55831" cy="219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9395609" y="5368483"/>
            <a:ext cx="54888" cy="5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9450497" y="5368539"/>
            <a:ext cx="53776" cy="264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9504273" y="5371185"/>
            <a:ext cx="53640" cy="534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9557913" y="5376525"/>
            <a:ext cx="54454" cy="771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9612367" y="5384240"/>
            <a:ext cx="55052" cy="979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9667419" y="5394036"/>
            <a:ext cx="55438" cy="1158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9722857" y="5405618"/>
            <a:ext cx="55609" cy="1307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9778466" y="5418690"/>
            <a:ext cx="55567" cy="1426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9834033" y="5432958"/>
            <a:ext cx="55309" cy="1516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9889342" y="5448127"/>
            <a:ext cx="54839" cy="1577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9944181" y="5463901"/>
            <a:ext cx="54154" cy="16086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9998335" y="5479987"/>
            <a:ext cx="53255" cy="1610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10051590" y="5496089"/>
            <a:ext cx="52142" cy="1582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10103732" y="5511912"/>
            <a:ext cx="50815" cy="1524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10154547" y="5527161"/>
            <a:ext cx="49274" cy="14381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10203821" y="5541542"/>
            <a:ext cx="47519" cy="1321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10251340" y="5554759"/>
            <a:ext cx="45551" cy="1175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10296891" y="5566517"/>
            <a:ext cx="43367" cy="1000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10340258" y="5576522"/>
            <a:ext cx="40970" cy="7957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10381228" y="5584479"/>
            <a:ext cx="38360" cy="561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10419588" y="5590092"/>
            <a:ext cx="36090" cy="340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10455678" y="5593500"/>
            <a:ext cx="34336" cy="165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10490014" y="5595154"/>
            <a:ext cx="32623" cy="7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10522637" y="5593910"/>
            <a:ext cx="30955" cy="1322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10553592" y="5591366"/>
            <a:ext cx="29327" cy="254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10582919" y="5587776"/>
            <a:ext cx="27744" cy="359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10610663" y="5583317"/>
            <a:ext cx="26203" cy="4459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10636866" y="5578167"/>
            <a:ext cx="24705" cy="5150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10661571" y="5572502"/>
            <a:ext cx="23250" cy="566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10684821" y="5566499"/>
            <a:ext cx="21837" cy="600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10706658" y="5560335"/>
            <a:ext cx="20467" cy="616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10727125" y="5554187"/>
            <a:ext cx="19140" cy="614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10746265" y="5548232"/>
            <a:ext cx="17857" cy="595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10764122" y="5542648"/>
            <a:ext cx="16615" cy="558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10780737" y="5537610"/>
            <a:ext cx="15416" cy="5038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10796153" y="5533296"/>
            <a:ext cx="14261" cy="4314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10810414" y="5529883"/>
            <a:ext cx="13148" cy="3413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10823562" y="5527548"/>
            <a:ext cx="12078" cy="2335"/>
          </a:xfrm>
          <a:prstGeom prst="line">
            <a:avLst/>
          </a:prstGeom>
          <a:ln w="22860">
            <a:solidFill>
              <a:srgbClr val="F45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