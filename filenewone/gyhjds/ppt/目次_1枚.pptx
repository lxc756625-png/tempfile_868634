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</a:defRPr>
            </a:pPr>
            <a:r>
              <a:t>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5F6B78"/>
                </a:solidFill>
              </a:defRPr>
            </a:pPr>
            <a:r>
              <a:t>Presentation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8191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BAE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527048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D46"/>
                </a:solidFill>
              </a:defRPr>
            </a:pPr>
            <a:r>
              <a:t>背景・調査対象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554480"/>
            <a:ext cx="6080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F6B78"/>
                </a:solidFill>
              </a:defRPr>
            </a:pPr>
            <a:r>
              <a:t>調査の必要性と対象条件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BAE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87168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D46"/>
                </a:solidFill>
              </a:defRPr>
            </a:pPr>
            <a:r>
              <a:t>読んだ文献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14600"/>
            <a:ext cx="6080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F6B78"/>
                </a:solidFill>
              </a:defRPr>
            </a:pPr>
            <a:r>
              <a:t>調査に用いたサーベイ論文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0215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BAE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447288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D46"/>
                </a:solidFill>
              </a:defRPr>
            </a:pPr>
            <a:r>
              <a:t>定義・分類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474720"/>
            <a:ext cx="6080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F6B78"/>
                </a:solidFill>
              </a:defRPr>
            </a:pPr>
            <a:r>
              <a:t>関連概念、学習外の定義、手法分類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6227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BAE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07408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D46"/>
                </a:solidFill>
              </a:defRPr>
            </a:pPr>
            <a:r>
              <a:t>具体的な手法と評価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434840"/>
            <a:ext cx="6080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F6B78"/>
                </a:solidFill>
              </a:defRPr>
            </a:pPr>
            <a:r>
              <a:t>代表手法、評価Dataset・評価指標、比較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5780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22392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F6BAE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367528"/>
            <a:ext cx="28346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92D46"/>
                </a:solidFill>
              </a:defRPr>
            </a:pPr>
            <a:r>
              <a:t>まとめ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5394960"/>
            <a:ext cx="60807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F6B78"/>
                </a:solidFill>
              </a:defRPr>
            </a:pPr>
            <a:r>
              <a:t>社会インフラへの適用可能性と今後の課題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55080"/>
            <a:ext cx="10515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5F6B78"/>
                </a:solidFill>
              </a:defRPr>
            </a:pPr>
            <a:r>
              <a:t>多変量回帰モデルにおける学習外入力データ検知手法の調査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