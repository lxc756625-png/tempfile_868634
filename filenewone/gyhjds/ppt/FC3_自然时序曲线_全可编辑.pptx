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11155680" cy="10515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CC3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93192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0F3054"/>
                </a:solidFill>
                <a:latin typeface="Yu Gothic"/>
              </a:rPr>
              <a:t>学習外入力データ検知（OOD検知）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F3054"/>
                </a:solidFill>
                <a:latin typeface="Yu Gothic"/>
              </a:rPr>
              <a:t>g(x; D_train)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325880"/>
            <a:ext cx="0" cy="320040"/>
          </a:xfrm>
          <a:prstGeom prst="line">
            <a:avLst/>
          </a:prstGeom>
          <a:ln w="17780">
            <a:solidFill>
              <a:srgbClr val="0F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664208"/>
            <a:ext cx="11155680" cy="1024128"/>
          </a:xfrm>
          <a:prstGeom prst="roundRect">
            <a:avLst/>
          </a:prstGeom>
          <a:solidFill>
            <a:srgbClr val="EBF4FC"/>
          </a:solidFill>
          <a:ln w="19050">
            <a:solidFill>
              <a:srgbClr val="B8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947672"/>
            <a:ext cx="61264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F3054"/>
                </a:solidFill>
                <a:latin typeface="Yu Gothic"/>
              </a:rPr>
              <a:t>学習済み回帰モデル FC3</a:t>
            </a:r>
          </a:p>
        </p:txBody>
      </p:sp>
      <p:sp>
        <p:nvSpPr>
          <p:cNvPr id="8" name="Oval 7"/>
          <p:cNvSpPr/>
          <p:nvPr/>
        </p:nvSpPr>
        <p:spPr>
          <a:xfrm>
            <a:off x="8302752" y="1792223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02752" y="1999487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02752" y="220675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02752" y="241401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366760" y="1856231"/>
            <a:ext cx="548640" cy="0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66760" y="1856231"/>
            <a:ext cx="548640" cy="310896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66760" y="1856231"/>
            <a:ext cx="548640" cy="621793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366760" y="1856231"/>
            <a:ext cx="548640" cy="207264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2063495"/>
            <a:ext cx="548640" cy="103632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66760" y="2063495"/>
            <a:ext cx="548640" cy="414529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66760" y="1856231"/>
            <a:ext cx="548640" cy="414529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366760" y="2167127"/>
            <a:ext cx="548640" cy="103633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66760" y="2270760"/>
            <a:ext cx="548640" cy="207264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366760" y="1856231"/>
            <a:ext cx="548640" cy="621793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366760" y="2167127"/>
            <a:ext cx="548640" cy="310897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66760" y="2478024"/>
            <a:ext cx="548640" cy="0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851392" y="1792223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51392" y="210312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51392" y="241401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915400" y="1856231"/>
            <a:ext cx="548640" cy="0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15400" y="1856231"/>
            <a:ext cx="548640" cy="207264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915400" y="1856231"/>
            <a:ext cx="548640" cy="414529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15400" y="1856231"/>
            <a:ext cx="548640" cy="621793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915400" y="1856231"/>
            <a:ext cx="548640" cy="310896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915400" y="2063495"/>
            <a:ext cx="548640" cy="103632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15400" y="2167127"/>
            <a:ext cx="548640" cy="103633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15400" y="2167127"/>
            <a:ext cx="548640" cy="310897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915400" y="1856231"/>
            <a:ext cx="548640" cy="621793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915400" y="2063495"/>
            <a:ext cx="548640" cy="414529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915400" y="2270760"/>
            <a:ext cx="548640" cy="207264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15400" y="2478024"/>
            <a:ext cx="548640" cy="0"/>
          </a:xfrm>
          <a:prstGeom prst="line">
            <a:avLst/>
          </a:prstGeom>
          <a:ln w="8255">
            <a:solidFill>
              <a:srgbClr val="87A5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400032" y="1792223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400032" y="1999487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00032" y="220675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00032" y="241401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B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080760" y="2688336"/>
            <a:ext cx="0" cy="310896"/>
          </a:xfrm>
          <a:prstGeom prst="line">
            <a:avLst/>
          </a:prstGeom>
          <a:ln w="17780">
            <a:solidFill>
              <a:srgbClr val="0F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02920" y="3017520"/>
            <a:ext cx="1115568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384048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F3054"/>
                </a:solidFill>
                <a:latin typeface="Yu Gothic"/>
              </a:rPr>
              <a:t>予測値（時刻 t + x）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794760" y="3867911"/>
            <a:ext cx="6720840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794760" y="4279392"/>
            <a:ext cx="6720840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794760" y="4690872"/>
            <a:ext cx="6720840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794760" y="5102352"/>
            <a:ext cx="6720840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914900" y="3456432"/>
            <a:ext cx="0" cy="2057399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035040" y="3456432"/>
            <a:ext cx="0" cy="2057399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155179" y="3456432"/>
            <a:ext cx="0" cy="2057399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275320" y="3456432"/>
            <a:ext cx="0" cy="2057399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95460" y="3456432"/>
            <a:ext cx="0" cy="2057399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794760" y="5513831"/>
            <a:ext cx="6858000" cy="0"/>
          </a:xfrm>
          <a:prstGeom prst="line">
            <a:avLst/>
          </a:prstGeom>
          <a:ln w="15240">
            <a:solidFill>
              <a:srgbClr val="0F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794760" y="3346703"/>
            <a:ext cx="0" cy="2167128"/>
          </a:xfrm>
          <a:prstGeom prst="line">
            <a:avLst/>
          </a:prstGeom>
          <a:ln w="15240">
            <a:solidFill>
              <a:srgbClr val="0F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383280" y="3273551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3054"/>
                </a:solidFill>
                <a:latin typeface="Yu Gothic"/>
              </a:rP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9880" y="5605271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3054"/>
                </a:solidFill>
                <a:latin typeface="Yu Gothic"/>
              </a:rPr>
              <a:t>時間 t + x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3794760" y="4602527"/>
            <a:ext cx="94659" cy="178322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889419" y="4251598"/>
            <a:ext cx="94660" cy="350929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984079" y="4111471"/>
            <a:ext cx="94660" cy="140127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078739" y="4111471"/>
            <a:ext cx="94659" cy="105636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173398" y="3977195"/>
            <a:ext cx="94660" cy="239912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268058" y="3966290"/>
            <a:ext cx="94660" cy="10905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362718" y="3873842"/>
            <a:ext cx="94660" cy="92448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457378" y="3873842"/>
            <a:ext cx="94659" cy="155901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552037" y="3983522"/>
            <a:ext cx="94660" cy="46221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46697" y="3983522"/>
            <a:ext cx="94660" cy="285273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741357" y="4268795"/>
            <a:ext cx="94659" cy="138267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836016" y="4335574"/>
            <a:ext cx="94660" cy="71488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930676" y="4335574"/>
            <a:ext cx="94660" cy="40701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025336" y="4376275"/>
            <a:ext cx="94660" cy="223781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119996" y="4600056"/>
            <a:ext cx="94659" cy="147744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214655" y="4582246"/>
            <a:ext cx="94660" cy="165554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309315" y="4582246"/>
            <a:ext cx="94660" cy="5023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403975" y="4587269"/>
            <a:ext cx="94659" cy="203629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498634" y="4790898"/>
            <a:ext cx="94660" cy="149544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593294" y="4641092"/>
            <a:ext cx="94660" cy="299350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687954" y="4577757"/>
            <a:ext cx="94660" cy="63335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82614" y="4577757"/>
            <a:ext cx="94659" cy="275067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877273" y="4852824"/>
            <a:ext cx="94660" cy="181802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971933" y="4814839"/>
            <a:ext cx="94660" cy="219787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066593" y="4574670"/>
            <a:ext cx="94659" cy="240169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161252" y="4395722"/>
            <a:ext cx="94660" cy="178948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255912" y="4395722"/>
            <a:ext cx="94660" cy="70849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350572" y="4466571"/>
            <a:ext cx="94660" cy="151857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445232" y="4618428"/>
            <a:ext cx="94659" cy="109061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539891" y="4485757"/>
            <a:ext cx="94660" cy="241732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34551" y="4337294"/>
            <a:ext cx="94660" cy="148463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729211" y="4337294"/>
            <a:ext cx="94659" cy="8859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823870" y="4346153"/>
            <a:ext cx="94660" cy="303022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918530" y="4649175"/>
            <a:ext cx="94660" cy="101251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013190" y="4514989"/>
            <a:ext cx="94660" cy="235437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107850" y="4514989"/>
            <a:ext cx="94659" cy="112872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7202509" y="4416893"/>
            <a:ext cx="94660" cy="210968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297169" y="4416893"/>
            <a:ext cx="94660" cy="144673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391829" y="4561566"/>
            <a:ext cx="94660" cy="370461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486489" y="4932027"/>
            <a:ext cx="94659" cy="51872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581148" y="4983899"/>
            <a:ext cx="94660" cy="96459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675808" y="5029208"/>
            <a:ext cx="94660" cy="51150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770468" y="4820393"/>
            <a:ext cx="94659" cy="208815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865127" y="4820393"/>
            <a:ext cx="94660" cy="304884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959787" y="5023107"/>
            <a:ext cx="94660" cy="102170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054447" y="4685518"/>
            <a:ext cx="94660" cy="337589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149107" y="4567136"/>
            <a:ext cx="94659" cy="118382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243766" y="4531383"/>
            <a:ext cx="94660" cy="35753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338426" y="4334837"/>
            <a:ext cx="94660" cy="196546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433086" y="4023119"/>
            <a:ext cx="94659" cy="311718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527745" y="4023119"/>
            <a:ext cx="94660" cy="171198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622405" y="4036444"/>
            <a:ext cx="94660" cy="157873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717065" y="4036444"/>
            <a:ext cx="94660" cy="130723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8811725" y="4167167"/>
            <a:ext cx="94659" cy="71869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906384" y="4134120"/>
            <a:ext cx="94660" cy="104916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001044" y="4076519"/>
            <a:ext cx="94660" cy="57601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095704" y="3799772"/>
            <a:ext cx="94659" cy="276747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190363" y="3799772"/>
            <a:ext cx="94660" cy="270584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285023" y="3823210"/>
            <a:ext cx="94660" cy="247146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379683" y="3751097"/>
            <a:ext cx="94660" cy="72113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474343" y="3751097"/>
            <a:ext cx="94659" cy="20046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569002" y="3771143"/>
            <a:ext cx="94660" cy="236612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663662" y="4007755"/>
            <a:ext cx="94660" cy="375452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758322" y="4383207"/>
            <a:ext cx="94659" cy="154790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852981" y="4503212"/>
            <a:ext cx="94660" cy="34785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947641" y="4503212"/>
            <a:ext cx="94660" cy="133568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0042301" y="4535081"/>
            <a:ext cx="94660" cy="101699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136961" y="4535081"/>
            <a:ext cx="94659" cy="203178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0231620" y="4609784"/>
            <a:ext cx="94660" cy="128475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326280" y="4609784"/>
            <a:ext cx="94660" cy="62551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420940" y="4554842"/>
            <a:ext cx="94660" cy="117493"/>
          </a:xfrm>
          <a:prstGeom prst="line">
            <a:avLst/>
          </a:prstGeom>
          <a:ln w="2032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3794760" y="4758897"/>
            <a:ext cx="94659" cy="79867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889419" y="4664546"/>
            <a:ext cx="94660" cy="9435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984079" y="4549735"/>
            <a:ext cx="94660" cy="11481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078739" y="4549735"/>
            <a:ext cx="94659" cy="90663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4173398" y="4458722"/>
            <a:ext cx="94660" cy="181676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268058" y="4458722"/>
            <a:ext cx="94660" cy="12446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4362718" y="4433669"/>
            <a:ext cx="94660" cy="37499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4457378" y="4418372"/>
            <a:ext cx="94659" cy="15297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4552037" y="4332471"/>
            <a:ext cx="94660" cy="8590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4646697" y="4321527"/>
            <a:ext cx="94660" cy="10944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4741357" y="4260994"/>
            <a:ext cx="94659" cy="60533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4836016" y="4254459"/>
            <a:ext cx="94660" cy="6535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930676" y="4254459"/>
            <a:ext cx="94660" cy="60618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5025336" y="4315077"/>
            <a:ext cx="94660" cy="166874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5119996" y="4481951"/>
            <a:ext cx="94659" cy="73794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5214655" y="4555745"/>
            <a:ext cx="94660" cy="142085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309315" y="4697830"/>
            <a:ext cx="94660" cy="84758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5403975" y="4782588"/>
            <a:ext cx="94659" cy="35437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5498634" y="4762263"/>
            <a:ext cx="94660" cy="55762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593294" y="4762263"/>
            <a:ext cx="94660" cy="7567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5687954" y="4755147"/>
            <a:ext cx="94660" cy="82787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5782614" y="4754079"/>
            <a:ext cx="94659" cy="1068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5877273" y="4754079"/>
            <a:ext cx="94660" cy="107595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5971933" y="4839669"/>
            <a:ext cx="94660" cy="22005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6066593" y="4839669"/>
            <a:ext cx="94659" cy="22942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161252" y="4862611"/>
            <a:ext cx="94660" cy="62095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255912" y="4924706"/>
            <a:ext cx="94660" cy="73736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350572" y="4975223"/>
            <a:ext cx="94660" cy="23219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445232" y="4930458"/>
            <a:ext cx="94659" cy="44765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539891" y="4739557"/>
            <a:ext cx="94660" cy="19090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6634551" y="4739557"/>
            <a:ext cx="94660" cy="16902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729211" y="4707275"/>
            <a:ext cx="94659" cy="49184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823870" y="4707275"/>
            <a:ext cx="94660" cy="188450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6918530" y="4895725"/>
            <a:ext cx="94660" cy="37617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7013190" y="4928296"/>
            <a:ext cx="94660" cy="5046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107850" y="4928296"/>
            <a:ext cx="94659" cy="8796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202509" y="5016257"/>
            <a:ext cx="94660" cy="13834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7297169" y="5146714"/>
            <a:ext cx="94660" cy="7884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7391829" y="5070749"/>
            <a:ext cx="94660" cy="75965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7486489" y="5045714"/>
            <a:ext cx="94659" cy="25035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7581148" y="5041060"/>
            <a:ext cx="94660" cy="4654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675808" y="5041060"/>
            <a:ext cx="94660" cy="10488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770468" y="5051548"/>
            <a:ext cx="94659" cy="48747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7865127" y="5100295"/>
            <a:ext cx="94660" cy="116903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7959787" y="5217198"/>
            <a:ext cx="94660" cy="1968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8054447" y="5160287"/>
            <a:ext cx="94660" cy="58879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8149107" y="5065344"/>
            <a:ext cx="94659" cy="94943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8243766" y="5031355"/>
            <a:ext cx="94660" cy="33989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8338426" y="4892186"/>
            <a:ext cx="94660" cy="139169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8433086" y="4661656"/>
            <a:ext cx="94659" cy="230530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8527745" y="4646221"/>
            <a:ext cx="94660" cy="15435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8622405" y="4541032"/>
            <a:ext cx="94660" cy="105189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8717065" y="4541032"/>
            <a:ext cx="94660" cy="3125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8811725" y="4474354"/>
            <a:ext cx="94659" cy="69803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8906384" y="4462969"/>
            <a:ext cx="94660" cy="11385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001044" y="4367782"/>
            <a:ext cx="94660" cy="95187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095704" y="4268061"/>
            <a:ext cx="94659" cy="9972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190363" y="4220248"/>
            <a:ext cx="94660" cy="47813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285023" y="4134441"/>
            <a:ext cx="94660" cy="85807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379683" y="4125997"/>
            <a:ext cx="94660" cy="8444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474343" y="4091394"/>
            <a:ext cx="94659" cy="34603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9569002" y="4091394"/>
            <a:ext cx="94660" cy="10032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9663662" y="4191715"/>
            <a:ext cx="94660" cy="196502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9758322" y="4388217"/>
            <a:ext cx="94659" cy="158332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852981" y="4546549"/>
            <a:ext cx="94660" cy="3334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9947641" y="4579890"/>
            <a:ext cx="94660" cy="72246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0042301" y="4652136"/>
            <a:ext cx="94660" cy="65997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0136961" y="4718133"/>
            <a:ext cx="94659" cy="8086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10231620" y="4798994"/>
            <a:ext cx="94660" cy="108491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6280" y="4898353"/>
            <a:ext cx="94660" cy="9132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10420940" y="4898353"/>
            <a:ext cx="94660" cy="36217"/>
          </a:xfrm>
          <a:prstGeom prst="line">
            <a:avLst/>
          </a:prstGeom>
          <a:ln w="2032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9189720" y="3319272"/>
            <a:ext cx="411480" cy="0"/>
          </a:xfrm>
          <a:prstGeom prst="line">
            <a:avLst/>
          </a:prstGeom>
          <a:ln w="22860">
            <a:solidFill>
              <a:srgbClr val="22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9665208" y="322783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F3054"/>
                </a:solidFill>
                <a:latin typeface="Yu Gothic"/>
              </a:rPr>
              <a:t>予測値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9189720" y="3575303"/>
            <a:ext cx="411480" cy="0"/>
          </a:xfrm>
          <a:prstGeom prst="line">
            <a:avLst/>
          </a:prstGeom>
          <a:ln w="22860">
            <a:solidFill>
              <a:srgbClr val="EF6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9665208" y="3483863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F3054"/>
                </a:solidFill>
                <a:latin typeface="Yu Gothic"/>
              </a:rPr>
              <a:t>実測値（真値）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794760" y="5623560"/>
            <a:ext cx="685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E7D91"/>
                </a:solidFill>
                <a:latin typeface="Yu Gothic"/>
              </a:rPr>
              <a:t>※ 曲線は模式的な時系列例（PPT上で各線分を編集可能）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